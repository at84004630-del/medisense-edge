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4754880" cy="411480"/>
          </a:xfrm>
          <a:prstGeom prst="roundRect">
            <a:avLst/>
          </a:prstGeom>
          <a:solidFill>
            <a:srgbClr val="0F2346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BFFF"/>
                </a:solidFill>
              </a:defRPr>
            </a:pPr>
            <a:r>
              <a:t>⚡ QUALCOMM SNAPDRAGON AI LAB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MediSense Edge</a:t>
            </a:r>
          </a:p>
          <a:p>
            <a:pPr>
              <a:defRPr sz="2200" b="1">
                <a:solidFill>
                  <a:srgbClr val="00A693"/>
                </a:solidFill>
              </a:defRPr>
            </a:pPr>
            <a:r>
              <a:t>100% On-Device Medical Intelligence on Snapdragon X Elite HP PCs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🔒 0 KB Cloud Data Egress — Total Protected Health Information (PHI) Privacy (HIPAA / GDPR Sovereign)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⚡ 45 TOPS Qualcomm Hexagon NPU — INT4/INT8 Acceleration Compiled via Qualcomm AI Hub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⏱️ Sub-15ms Diagnostic Latency at Ultra-Efficient 1.4W Active Power Draw &amp; 14+ Hour Battery Life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🩺 Multi-Modal Clinical Suite: Whisper Voice AI, Vision Diagnostics + Grad-CAM, BioBERT Polypharmacy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Author: Abhinav Tripathi  |  GitHub: github.com/at84004630-del/medisense-edge  |  Target: Snapdragon X Elite / Plus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Crisis of Cloud Medical AI in Clinical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63946"/>
                </a:solidFill>
              </a:defRPr>
            </a:pPr>
            <a:r>
              <a:t>🚨 Severe PHI Privacy Violations</a:t>
            </a:r>
          </a:p>
          <a:p>
            <a:pPr>
              <a:lnSpc>
                <a:spcPct val="125000"/>
              </a:lnSpc>
              <a:defRPr sz="1300">
                <a:solidFill>
                  <a:srgbClr val="0F172A"/>
                </a:solidFill>
              </a:defRPr>
            </a:pPr>
            <a:r>
              <a:t>Transmitting sensitive patient data, medical scans, and voice notes to public clouds creates immense HIPAA &amp; GDPR non-compliance risks, ransomware vulnerabilities, and massive data breach liabilities for hospitals.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F46E5"/>
                </a:solidFill>
              </a:defRPr>
            </a:pPr>
            <a:r>
              <a:t>⏱️ Triage Latency &amp; Network Fragility</a:t>
            </a:r>
          </a:p>
          <a:p>
            <a:pPr>
              <a:lnSpc>
                <a:spcPct val="125000"/>
              </a:lnSpc>
              <a:defRPr sz="1300">
                <a:solidFill>
                  <a:srgbClr val="0F172A"/>
                </a:solidFill>
              </a:defRPr>
            </a:pPr>
            <a:r>
              <a:t>Cloud AI requires round-trip network hops, causing 400ms - 2000ms delays. In emergency triage, natural disasters, or rural clinics with zero internet, cloud-dependent medical AI fails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66CC"/>
                </a:solidFill>
              </a:defRPr>
            </a:pPr>
            <a:r>
              <a:t>💸 Crushing Operational Costs</a:t>
            </a:r>
          </a:p>
          <a:p>
            <a:pPr>
              <a:lnSpc>
                <a:spcPct val="125000"/>
              </a:lnSpc>
              <a:defRPr sz="1300">
                <a:solidFill>
                  <a:srgbClr val="0F172A"/>
                </a:solidFill>
              </a:defRPr>
            </a:pPr>
            <a:r>
              <a:t>Cloud inference models impose recurring per-token or per-scan API billing ($0.04 - $0.20 per call). For a regional hospital processing thousands of triages daily, fees escalate into hundreds of thousands annually.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MediSense Edge: 100% On-Device Sovereign Clinical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A Hospital-Grade, Multi-Modal Clinical Copilot on Snapdragon HP PCs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Harnessing 45 TOPS of Qualcomm Hexagon NPU power to run speech transcription, differential reasoning, vision pathology, and drug safety completely offline with 0 KB cloud data egress.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21208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🔒 100% Air-Gapped Privacy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Zero bytes leave local RAM. Complies inherently with HIPAA, GDPR, and defense sovereignty.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21208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4290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⚡ 14ms NPU Inference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Inference occurs directly on hardware vector processors, delivering 23x faster triage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521208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🔋 1.4W Thermal Efficiency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Ultra-low power draw enables 14+ hours of continuous clinical triage on battery power.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46320"/>
            <a:ext cx="521208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💰 Zero Ongoing Fees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Runs locally on the HP PC for life with no recurring cloud API bills or server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Qualcomm AI Hub &amp; Hexagon NPU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66CC"/>
                </a:solidFill>
              </a:defRPr>
            </a:pPr>
            <a:r>
              <a:t>1. Client Application Layer</a:t>
            </a:r>
          </a:p>
          <a:p>
            <a:pPr>
              <a:lnSpc>
                <a:spcPct val="130000"/>
              </a:lnSpc>
              <a:defRPr sz="1200">
                <a:solidFill>
                  <a:srgbClr val="0F172A"/>
                </a:solidFill>
              </a:defRPr>
            </a:pPr>
            <a:r>
              <a:t>React 19 + TypeScript + Vite</a:t>
            </a:r>
            <a:br/>
            <a:r>
              <a:t>• Adaptive Hospital Light &amp; Cyber Dark Mode</a:t>
            </a:r>
            <a:br/>
            <a:r>
              <a:t>• Responsive Mobile Slide-in Drawer</a:t>
            </a:r>
            <a:br/>
            <a:r>
              <a:t>• Real-Time Web Speech Audio Streamer</a:t>
            </a:r>
            <a:br/>
            <a:r>
              <a:t>• Interactive Grad-CAM Attention Heatmap Canvas</a:t>
            </a:r>
            <a:br/>
            <a:r>
              <a:t>• Recharts Dynamic Risk Radar &amp; Bar Visuals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66CC"/>
                </a:solidFill>
              </a:defRPr>
            </a:pPr>
            <a:r>
              <a:t>2. Model Optimization Pipeline</a:t>
            </a:r>
          </a:p>
          <a:p>
            <a:pPr>
              <a:lnSpc>
                <a:spcPct val="130000"/>
              </a:lnSpc>
              <a:defRPr sz="1200">
                <a:solidFill>
                  <a:srgbClr val="0F172A"/>
                </a:solidFill>
              </a:defRPr>
            </a:pPr>
            <a:r>
              <a:t>Qualcomm AI Hub Compiled Models</a:t>
            </a:r>
            <a:br/>
            <a:r>
              <a:t>• INT4 Quantized Phi-3.5 Mini (3.8B)</a:t>
            </a:r>
            <a:br/>
            <a:r>
              <a:t>• INT8 Whisper Base Speech-to-Text</a:t>
            </a:r>
            <a:br/>
            <a:r>
              <a:t>• INT8 ResNet-50 Dermoscopy Vision</a:t>
            </a:r>
            <a:br/>
            <a:r>
              <a:t>• INT8 DenseNet-121 Radiograph</a:t>
            </a:r>
            <a:br/>
            <a:r>
              <a:t>• INT8 BioBERT Pharmacology NLP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66CC"/>
                </a:solidFill>
              </a:defRPr>
            </a:pPr>
            <a:r>
              <a:t>3. Snapdragon Execution Core</a:t>
            </a:r>
          </a:p>
          <a:p>
            <a:pPr>
              <a:lnSpc>
                <a:spcPct val="130000"/>
              </a:lnSpc>
              <a:defRPr sz="1200">
                <a:solidFill>
                  <a:srgbClr val="0F172A"/>
                </a:solidFill>
              </a:defRPr>
            </a:pPr>
            <a:r>
              <a:t>Snapdragon X Elite / Plus Hexagon NPU</a:t>
            </a:r>
            <a:br/>
            <a:r>
              <a:t>• 45 TOPS Dedicated Vector Accelerator</a:t>
            </a:r>
            <a:br/>
            <a:r>
              <a:t>• Qualcomm AI Runtime (QAIRT) / ONNX QNN</a:t>
            </a:r>
            <a:br/>
            <a:r>
              <a:t>• 1.4W Active Thermal Footprint</a:t>
            </a:r>
            <a:br/>
            <a:r>
              <a:t>• Air-Gapped Local RAM (Zero Network Egress)</a:t>
            </a:r>
            <a:br/>
            <a:r>
              <a:t>• Qualcomm TrustZone Enclave Isolation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NEURAL NETWORK COMPENDIUM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Compiled Qualcomm AI Hub Model Portfolio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Clinical Task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Quantization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NPU TOPS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Measured Latency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Whisper 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Real-Time Speech-to-Text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0.8 TOPS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18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Phi-3.5 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Differential Clinical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18.0 TOPS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42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Dermoscopy &amp; Melanoma Screen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3.8 TOPS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12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DenseNet-121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Chest X-Ray Radiograph Pathology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1.4 TOPS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22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EfficientNet-B4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Diabetic Retinopathy Fundus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2.6 TOPS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16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YOLOv8-Medical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Surgical Wound &amp; Granulation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2.0 TOPS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14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BioBERT NLP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Pairwise Drug Interaction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Open-Source NLP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2.1 TOPS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35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HARDWARE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Empirical Benchmarks: Snapdragon Hexagon NPU vs Cloud vs x86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⚡ Snapdragon Hexagon NPU (HP PC)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☁️ Cloud Medical API (AWS/Azure)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💻 Standard x86 CPU Laptop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14 – 18 ms (Instantaneous)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420 ms (Network RTT + queue)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380 ms (Compute bound)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Active Power Draw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1.4 Watts (Cool, silent operation)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~35 Watts Server Equivalent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28 Watts (Fan throttling)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Data Privacy &amp; PHI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0 KB sent to cloud (100% Air-Gapped)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4.8 MB transmitted over internet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 KB sent to cloud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Offline 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100% Fully Functional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0% (Complete operational outage)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100% Functional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Battery Endurance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14+ Hours continuous triage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Modem drain via constant Wi-Fi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3.2 Hours before shutdown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Operational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CC"/>
                          </a:solidFill>
                        </a:defRPr>
                      </a:pPr>
                      <a:r>
                        <a:t>$0 / month (Local lifetime access)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$0.04 / diagnostic call ($1,200+/mo)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$0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APPLICATION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Five Specialized Clinical Diagnostic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66CC"/>
                </a:solidFill>
              </a:defRPr>
            </a:pPr>
            <a:r>
              <a:t>1. Voice Symptom AI Copilot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</a:defRPr>
            </a:pPr>
            <a:r>
              <a:t>• Whisper Base speech-to-text with live audio waveform</a:t>
            </a:r>
            <a:br/>
            <a:r>
              <a:t>• Automatic medical keyword and anatomical tagging</a:t>
            </a:r>
            <a:br/>
            <a:r>
              <a:t>• Phi-3.5 Mini differential clinical reasoning</a:t>
            </a:r>
            <a:br/>
            <a:r>
              <a:t>• On-device TTS audio readouts for hands-free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66CC"/>
                </a:solidFill>
              </a:defRPr>
            </a:pPr>
            <a:r>
              <a:t>2. Vision Diagnostics + Grad-CAM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</a:defRPr>
            </a:pPr>
            <a:r>
              <a:t>• High-resolution scan ingestion (Dermoscopy, X-Ray)</a:t>
            </a:r>
            <a:br/>
            <a:r>
              <a:t>• ResNet-50 and DenseNet-121 quantized inference</a:t>
            </a:r>
            <a:br/>
            <a:r>
              <a:t>• Interactive Grad-CAM neural attention heatmap</a:t>
            </a:r>
            <a:br/>
            <a:r>
              <a:t>• Diagnostic probability distribution and urgency tiers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66CC"/>
                </a:solidFill>
              </a:defRPr>
            </a:pPr>
            <a:r>
              <a:t>3. Polypharmacy Safety Engine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</a:defRPr>
            </a:pPr>
            <a:r>
              <a:t>• Pairwise combinatorial evaluation of all N(N-1)/2 drugs</a:t>
            </a:r>
            <a:br/>
            <a:r>
              <a:t>• CYP450 enzyme collision detection via BioBERT</a:t>
            </a:r>
            <a:br/>
            <a:r>
              <a:t>• Catastrophic bleeding &amp; electrolyte alert triggers</a:t>
            </a:r>
            <a:br/>
            <a:r>
              <a:t>• Instant clinical regimens for diabetes and cardiac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66CC"/>
                </a:solidFill>
              </a:defRPr>
            </a:pPr>
            <a:r>
              <a:t>4. Multi-Organ Risk Profiler</a:t>
            </a:r>
          </a:p>
          <a:p>
            <a:pPr>
              <a:lnSpc>
                <a:spcPct val="125000"/>
              </a:lnSpc>
              <a:defRPr sz="1100">
                <a:solidFill>
                  <a:srgbClr val="0F172A"/>
                </a:solidFill>
              </a:defRPr>
            </a:pPr>
            <a:r>
              <a:t>• Reactive ASCVD 10-year cardiovascular risk scores</a:t>
            </a:r>
            <a:br/>
            <a:r>
              <a:t>• Dynamic multi-organ radar &amp; comparative bar visuals</a:t>
            </a:r>
            <a:br/>
            <a:r>
              <a:t>• Real-time updates as blood pressure &amp; lipids change</a:t>
            </a:r>
            <a:br/>
            <a:r>
              <a:t>• Lifestyle risk stratification &amp; mitigation guidance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CLINICAL HUMAN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Adaptive Dual-Theme Engine &amp; Mobile-First Accessibility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66CC"/>
                </a:solidFill>
              </a:defRPr>
            </a:pPr>
            <a:r>
              <a:t>☀️ Hospital Light Mode (Default)</a:t>
            </a:r>
          </a:p>
          <a:p>
            <a:pPr>
              <a:lnSpc>
                <a:spcPct val="130000"/>
              </a:lnSpc>
              <a:defRPr sz="1200">
                <a:solidFill>
                  <a:srgbClr val="0F172A"/>
                </a:solidFill>
              </a:defRPr>
            </a:pPr>
            <a:r>
              <a:t>• Engineered for illuminated clinical consult rooms</a:t>
            </a:r>
            <a:br/>
            <a:r>
              <a:t>• High-contrast WCAG AAA compliant surfaces (#FFFFFF / #F8FAFC)</a:t>
            </a:r>
            <a:br/>
            <a:r>
              <a:t>• Deep medical blue primary (#0066CC) and teal badges (#00A693)</a:t>
            </a:r>
            <a:br/>
            <a:r>
              <a:t>• Maximum readability preventing clinical fatigue under fluorescent lighting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4F46E5"/>
                </a:solidFill>
              </a:defRPr>
            </a:pPr>
            <a:r>
              <a:t>🌙 Cyber-Clinical Dark Mode</a:t>
            </a:r>
          </a:p>
          <a:p>
            <a:pPr>
              <a:lnSpc>
                <a:spcPct val="130000"/>
              </a:lnSpc>
              <a:defRPr sz="1200">
                <a:solidFill>
                  <a:srgbClr val="0F172A"/>
                </a:solidFill>
              </a:defRPr>
            </a:pPr>
            <a:r>
              <a:t>• OLED-optimized deep obsidian backdrop (#040D1A)</a:t>
            </a:r>
            <a:br/>
            <a:r>
              <a:t>• Low-glare glowing accents (#3389E0, #00BFA5, #A78BFA)</a:t>
            </a:r>
            <a:br/>
            <a:r>
              <a:t>• Designed for nighttime ICU rounds, emergency rooms, and dark imaging labs</a:t>
            </a:r>
            <a:br/>
            <a:r>
              <a:t>• 1-Click animated Sun/Moon toggle with persistent local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A693"/>
                </a:solidFill>
              </a:defRPr>
            </a:pPr>
            <a:r>
              <a:t>📱 Mobile &amp; Desktop Drawer UX</a:t>
            </a:r>
          </a:p>
          <a:p>
            <a:pPr>
              <a:lnSpc>
                <a:spcPct val="130000"/>
              </a:lnSpc>
              <a:defRPr sz="1200">
                <a:solidFill>
                  <a:srgbClr val="0F172A"/>
                </a:solidFill>
              </a:defRPr>
            </a:pPr>
            <a:r>
              <a:t>• Adaptive slide-in drawer navigation with frosted backdrop blur</a:t>
            </a:r>
            <a:br/>
            <a:r>
              <a:t>• Mobile floating action button (FAB) for instant search access</a:t>
            </a:r>
            <a:br/>
            <a:r>
              <a:t>• Automatic drawer dismissal on navigation or screen rotation</a:t>
            </a:r>
            <a:br/>
            <a:r>
              <a:t>• Zero-flicker ergonomic cursor control preventing UI distraction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IMPACT &amp;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Target Clinical Deployments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377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CC"/>
                </a:solidFill>
              </a:defRPr>
            </a:pPr>
            <a:r>
              <a:t>🏥 Emergency Rooms &amp; Ambulances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Paramedics and triage nurses execute instant differential diagnosis and polypharmacy cross-checks directly from Snapdragon HP laptops without waiting for hospital Wi-Fi connection.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377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CC"/>
                </a:solidFill>
              </a:defRPr>
            </a:pPr>
            <a:r>
              <a:t>🌍 Rural &amp; Remote Healthcare Posts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Primary care doctors in remote clinics with zero broadband infrastructure gain full hospital-grade vision and language AI diagnostic capabilities with zero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377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CC"/>
                </a:solidFill>
              </a:defRPr>
            </a:pPr>
            <a:r>
              <a:t>🛡️ Military Field &amp; Disaster Relief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Air-gapped operation ensures mission-critical trauma screening and triage during natural disasters, power grid failures, and defense field deployments.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698480" cy="17373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F46E5"/>
                </a:solidFill>
              </a:defRPr>
            </a:pPr>
            <a:r>
              <a:t>🚀 Future Roadmap: Integrating QNN Native Acceleration &amp; DICOM PACS</a:t>
            </a:r>
          </a:p>
          <a:p>
            <a:pPr>
              <a:lnSpc>
                <a:spcPct val="120000"/>
              </a:lnSpc>
              <a:defRPr sz="1150">
                <a:solidFill>
                  <a:srgbClr val="0F172A"/>
                </a:solidFill>
              </a:defRPr>
            </a:pPr>
            <a:r>
              <a:t>• Phase 1 (Completed): Full multimodal edge triage app with Qualcomm AI Hub INT4/INT8 pipelines and dual-theme UI</a:t>
            </a:r>
            <a:br/>
            <a:r>
              <a:t>• Phase 2: Direct local DICOM PACS protocol integration for automatic radiological scanner ingestion on HP workstations</a:t>
            </a:r>
            <a:br/>
            <a:r>
              <a:t>• Phase 3: Hardware-accelerated local FHIR / HL7 clinical note auto-generation directly into hospital EMRs via Snapdragon NPU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MediSense Edge — The Future of Edge Healthcare</a:t>
            </a:r>
          </a:p>
          <a:p>
            <a:pPr>
              <a:defRPr sz="1800" b="1">
                <a:solidFill>
                  <a:srgbClr val="00A693"/>
                </a:solidFill>
              </a:defRPr>
            </a:pPr>
            <a:r>
              <a:t>Powered by Qualcomm Snapdragon X Elite · 100% On-Device · Zero Cloud Egress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560320"/>
            <a:ext cx="4754880" cy="1188720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6974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FFF"/>
                </a:solidFill>
              </a:defRPr>
            </a:pPr>
            <a:r>
              <a:t>🏆 HACKATHON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Qualcomm Snapdragon AI Lab Hackathon</a:t>
            </a:r>
            <a:br/>
            <a:r>
              <a:t>Track: Snapdragon-powered HP PCs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60320"/>
            <a:ext cx="4754880" cy="1188720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6974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FFF"/>
                </a:solidFill>
              </a:defRPr>
            </a:pPr>
            <a:r>
              <a:t>⚡ AI ENGINE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Qualcomm AI Hub Compiled Models</a:t>
            </a:r>
            <a:br/>
            <a:r>
              <a:t>45 TOPS Qualcomm Hexagon NPU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023360"/>
            <a:ext cx="4754880" cy="1188720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1605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FFF"/>
                </a:solidFill>
              </a:defRPr>
            </a:pPr>
            <a:r>
              <a:t>🔒 PRIVACY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100% Air-Gapped Local Inference</a:t>
            </a:r>
            <a:br/>
            <a:r>
              <a:t>0 KB Cloud Egress · HIPAA / GDPR Sovereign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4754880" cy="1188720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FFF"/>
                </a:solidFill>
              </a:defRPr>
            </a:pPr>
            <a:r>
              <a:t>📦 REPOSITORY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github.com/at84004630-del/medisense-edge</a:t>
            </a:r>
            <a:br/>
            <a:r>
              <a:t>Open-Source MIT License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BD5E1"/>
                </a:solidFill>
              </a:defRPr>
            </a:pPr>
            <a:r>
              <a:t>Thank you to the Qualcomm Snapdragon AI Lab &amp; HP Teams! Ready for Review &amp;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