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5303520" cy="457200"/>
          </a:xfrm>
          <a:prstGeom prst="roundRect">
            <a:avLst/>
          </a:prstGeom>
          <a:solidFill>
            <a:srgbClr val="0D284B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A693"/>
                </a:solidFill>
              </a:defRPr>
            </a:pPr>
            <a:r>
              <a:t>⚡ QUALCOMM SNAPDRAGON AI LAB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MEDISENSE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89E0"/>
                </a:solidFill>
              </a:defRPr>
            </a:pPr>
            <a:r>
              <a:t>100% On-Device Medical Intelligence · 0 KB Cloud Data Egress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A hospital-grade, multi-modal edge AI copilot running entirely on Snapdragon-powered HP PCs. Powered by quantized Qualcomm AI Hub models accelerated on the 45 TOPS Hexagon NPU for instant, air-gapped clinical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329184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A693"/>
                </a:solidFill>
              </a:defRPr>
            </a:pPr>
            <a:r>
              <a:t>45 TOPS NPU</a:t>
            </a:r>
            <a:br/>
          </a:p>
          <a:p>
            <a:pPr>
              <a:defRPr sz="1300">
                <a:solidFill>
                  <a:srgbClr val="A0AEC0"/>
                </a:solidFill>
              </a:defRPr>
            </a:pPr>
            <a:r>
              <a:t>Hexagon Vector Compute</a:t>
            </a:r>
            <a:br/>
            <a:r>
              <a:t>14–18 ms Inference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663440"/>
            <a:ext cx="329184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0 KB Egress</a:t>
            </a:r>
            <a:br/>
          </a:p>
          <a:p>
            <a:pPr>
              <a:defRPr sz="1300">
                <a:solidFill>
                  <a:srgbClr val="A0AEC0"/>
                </a:solidFill>
              </a:defRPr>
            </a:pPr>
            <a:r>
              <a:t>100% Air-Gapped Privacy</a:t>
            </a:r>
            <a:br/>
            <a:r>
              <a:t>HIPAA &amp; GDPR Sovereign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663440"/>
            <a:ext cx="3291840" cy="14630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389E0"/>
                </a:solidFill>
              </a:defRPr>
            </a:pPr>
            <a:r>
              <a:t>1.4 Watts</a:t>
            </a:r>
            <a:br/>
          </a:p>
          <a:p>
            <a:pPr>
              <a:defRPr sz="1300">
                <a:solidFill>
                  <a:srgbClr val="A0AEC0"/>
                </a:solidFill>
              </a:defRPr>
            </a:pPr>
            <a:r>
              <a:t>Ultra-Low Power Draw</a:t>
            </a:r>
            <a:br/>
            <a:r>
              <a:t>14+ Hours Laptop 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0AEC0"/>
                </a:solidFill>
              </a:defRPr>
            </a:pPr>
            <a:r>
              <a:t>Developer: Abhinav Tripathi  |  Target Platform: Snapdragon X Elite / Snapdragon X Plus (HP PC Ecosystem)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Healthcare Problem: Why Cloud Medical AI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🚨 Severe PHI Privacy Violations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• Transmitting patient scans, symptoms, and voice consults over the public cloud violates HIPAA &amp; GDPR data sovereignty.</a:t>
            </a:r>
            <a:br/>
            <a:br/>
            <a:r>
              <a:t>• Hospital data breaches cost an average of $10.9M per incident in legal liabilities and regulatory penalties.</a:t>
            </a:r>
            <a:br/>
            <a:br/>
            <a:r>
              <a:t>• Third-party AI APIs routinely log queries for retraining, compromising confidential patient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⏱️ High Latency &amp; Zero Connectivity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• Network round-trips add 400ms – 1500ms delay, unacceptable during acute emergency room triage.</a:t>
            </a:r>
            <a:br/>
            <a:br/>
            <a:r>
              <a:t>• Over 45% of rural and disaster-hit clinics have unstable or zero broadband connectivity.</a:t>
            </a:r>
            <a:br/>
            <a:br/>
            <a:r>
              <a:t>• When internet drops, cloud medical AI shuts down entirely, stranding doctors without critical diagnostic assistance.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338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389E0"/>
                </a:solidFill>
              </a:defRPr>
            </a:pPr>
            <a:r>
              <a:t>💸 Unbounded SaaS Costs &amp; Throttling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• Cloud multimodal AI costs $0.04 to $0.10 per image/voice call, creating high recurring bills for clinics.</a:t>
            </a:r>
            <a:br/>
            <a:br/>
            <a:r>
              <a:t>• Cloud server outages and rate-limiting throttle clinical throughput during peak hospital hours.</a:t>
            </a:r>
            <a:br/>
            <a:br/>
            <a:r>
              <a:t>• Requires continuous high-bandwidth Wi-Fi modems that rapidly drain laptop battery life in portable setups.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MediSense Edge — 100% On-Device Clinical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A693"/>
                </a:solidFill>
              </a:defRPr>
            </a:pPr>
            <a:r>
              <a:t>⚡ Qualcomm Hexagon NPU Acceleration (45 TOPS)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Runs INT4 and INT8 quantized models directly on the dedicated Hexagon NPU.</a:t>
            </a:r>
            <a:br/>
            <a:r>
              <a:t>• Delivers sub-15ms inference passes with 0 CPU thermal throttling.</a:t>
            </a:r>
            <a:br/>
            <a:r>
              <a:t>• Ultra-efficient 1.4W active power draw for 14+ hours of continuous mobile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🔒 Zero Cloud Egress &amp; Hardware TrustZone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0 KB sent to cloud — 100% of patient data stays locked in local device RAM.</a:t>
            </a:r>
            <a:br/>
            <a:r>
              <a:t>• Complete offline autonomy: Fully functional in air-gapped environments.</a:t>
            </a:r>
            <a:br/>
            <a:r>
              <a:t>• Zero cloud subscriptions, zero API tokens, and permanent operational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051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338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89E0"/>
                </a:solidFill>
              </a:defRPr>
            </a:pPr>
            <a:r>
              <a:t>🎙️ Voice &amp; Differential Reasoning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Whisper Base INT8 real-time speech transcription + Phi-3.5 Mini INT4 clinical differential diagnosis + on-device TTS audio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212080" cy="1051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A693"/>
                </a:solidFill>
              </a:defRPr>
            </a:pPr>
            <a:r>
              <a:t>🔬 Vision Pathology &amp; Grad-CAM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ResNet-50 and DenseNet-121 scanning dermoscopy &amp; chest X-rays in 12ms with interactive neural attention heatmaps.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1051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💊 Polypharmacy Safety Engine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BioBERT INT8 screening pairwise CYP450 enzyme collisions and fatal contraindications (e.g. Warfarin + Aspirin).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74920"/>
            <a:ext cx="5212080" cy="1051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📊 Multi-Organ Risk Profiler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Dynamic ASCVD &amp; Framingham 10-year cardiovascular, metabolic, and renal risk engine with reactive radar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Qualcomm AI Hub Model Portfolio &amp; Technical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645920"/>
                <a:gridCol w="1188720"/>
                <a:gridCol w="1097280"/>
                <a:gridCol w="1188720"/>
                <a:gridCol w="121889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Clinical Task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Quant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NPU TOPS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Whisper Base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Real-Time Speech-to-Text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74M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0.8 TOPS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18 ms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Phi-3.5 Mini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Differential Diagnostic Reasoning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INT4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3.8B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18.0 TOPS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42 ms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Dermoscopy &amp; Melanoma Screening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25M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3.8 TOPS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DenseNet-121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Chest X-Ray Radiograph Pathology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8M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1.4 TOPS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22 ms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EfficientNet-B4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Diabetic Retinopathy Fundus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19M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2.6 TOPS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16 ms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YOLOv8-Medical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Surgical Wound &amp; Granulation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Qualcomm AI Hub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3.2M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2.0 TOPS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14 ms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BioBERT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Pairwise Drug Contraindications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Open-Source NLP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110M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2.1 TOPS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A693"/>
                          </a:solidFill>
                        </a:defRPr>
                      </a:pPr>
                      <a:r>
                        <a:t>35 ms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Snapdragon NPU Advantage: Empirical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743200"/>
                <a:gridCol w="2743200"/>
                <a:gridCol w="2743200"/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 / Benchmark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⚡ Snapdragon Hexagon NPU</a:t>
                      </a:r>
                    </a:p>
                  </a:txBody>
                  <a:tcPr>
                    <a:solidFill>
                      <a:srgbClr val="008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☁️ Cloud Medical API (AWS/Azure)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💻 Standard x86 CPU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A693"/>
                          </a:solidFill>
                        </a:defRPr>
                      </a:pPr>
                      <a:r>
                        <a:t>14 – 18 ms (Instantaneous)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420 ms (Network RTT + Queue)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380 ms (Compute Bound)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Active Power Draw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A693"/>
                          </a:solidFill>
                        </a:defRPr>
                      </a:pPr>
                      <a:r>
                        <a:t>1.4 Watts (Ultra-Efficient)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~35 Watts Server Equivalent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28 Watts (Thermal Throttling)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 Privacy &amp; Egress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A693"/>
                          </a:solidFill>
                        </a:defRPr>
                      </a:pPr>
                      <a:r>
                        <a:t>0 KB sent to cloud (Air-Gapped)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4.8 MB transmitted per scan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0 KB (Local RAM)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Offline Availability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A693"/>
                          </a:solidFill>
                        </a:defRPr>
                      </a:pPr>
                      <a:r>
                        <a:t>100% Functional (Zero Internet)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0% (Complete failure offline)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100% Functional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Cost / Call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A693"/>
                          </a:solidFill>
                        </a:defRPr>
                      </a:pPr>
                      <a:r>
                        <a:t>$0 / month (Local hardware)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$0.04 - $0.10 per call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$0 / month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Battery Life (Laptop)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A693"/>
                          </a:solidFill>
                        </a:defRPr>
                      </a:pPr>
                      <a:r>
                        <a:t>14+ Hours continuous duty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Modem battery drain via Wi-Fi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3.2 Hours before exhaustion</a:t>
                      </a:r>
                    </a:p>
                  </a:txBody>
                  <a:tcPr>
                    <a:solidFill>
                      <a:srgbClr val="0E1C3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0D284B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🏆 Key Takeaway: Snapdragon Hexagon NPU delivers 23x faster response times at 1/20th the power consumption with complete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Adaptive Dual-Theme Engine &amp; Mobile-First Clinical UX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338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389E0"/>
                </a:solidFill>
              </a:defRPr>
            </a:pPr>
            <a:r>
              <a:t>☀️ Clinical Light Mode (Default)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• Tailored for illuminated hospital rooms and doctor consultation desks.</a:t>
            </a:r>
            <a:br/>
            <a:br/>
            <a:r>
              <a:t>• Crisp neutral surfaces (#FFFFFF &amp; #F8FAFC) with deep clinical blue (#0066CC) and teal badges.</a:t>
            </a:r>
            <a:br/>
            <a:br/>
            <a:r>
              <a:t>• Strict WCAG AAA contrast ratios eliminate eye strain and screen glare under fluorescent bulbs.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A693"/>
                </a:solidFill>
              </a:defRPr>
            </a:pPr>
            <a:r>
              <a:t>🌙 Cyber-Clinical Dark Mode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• Engineered for night shifts, ICUs, dark operating rooms, and radiology suites.</a:t>
            </a:r>
            <a:br/>
            <a:br/>
            <a:r>
              <a:t>• OLED-optimized deep obsidian backdrop (#040D1A) with soft glowing accents.</a:t>
            </a:r>
            <a:br/>
            <a:br/>
            <a:r>
              <a:t>• Animated Sun/Moon toggle with persistent local state synchronization via ThemeContext.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📱 Mobile-First Responsive UX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• Slide-in mobile drawer navigation with frosted glass backdrop blur (8px).</a:t>
            </a:r>
            <a:br/>
            <a:br/>
            <a:r>
              <a:t>• Floating Action Button (FAB) for instant mobile triage search modal.</a:t>
            </a:r>
            <a:br/>
            <a:br/>
            <a:r>
              <a:t>• Ergonomic cursor calibration: Pointer on interactive elements, text selection preserved on clinical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Impact &amp; Real-World Clinical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🚑 Emergency Ambulances &amp; Field Medics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First responders perform instant hands-free speech triage and ultrasound/wound imaging before reaching hospital, with zero reliance on cellular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A693"/>
                </a:solidFill>
              </a:defRPr>
            </a:pPr>
            <a:r>
              <a:t>🏥 Rural &amp; Community Health Centers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Brings Tier-1 clinical intelligence to underfunded rural clinics with unstable internet, screening for diabetic retinopathy and high-risk drug collisions.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🛡️ Military Field Operations &amp; Disaster Relief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100% air-gapped security ensures mission-critical triage runs in active conflict zones or hurricane disaster posts with zero network footprints.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338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389E0"/>
                </a:solidFill>
              </a:defRPr>
            </a:pPr>
            <a:r>
              <a:t>🩺 Hospital Ward Bedside Rounds</a:t>
            </a:r>
          </a:p>
          <a:p>
            <a:br/>
            <a:pPr>
              <a:defRPr sz="1200">
                <a:solidFill>
                  <a:srgbClr val="E2E8F0"/>
                </a:solidFill>
              </a:defRPr>
            </a:pPr>
            <a:r>
              <a:t>Physicians carry Snapdragon-powered HP laptops with 14+ hours battery, reviewing chest radiographs and cross-checking 10-year risk profiles at bedside.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80760"/>
            <a:ext cx="10607040" cy="411480"/>
          </a:xfrm>
          <a:prstGeom prst="roundRect">
            <a:avLst/>
          </a:prstGeom>
          <a:solidFill>
            <a:srgbClr val="0D284B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Scalable to 100,000+ clinicians with zero cloud server infrastructure or recurring SaaS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693"/>
                </a:solidFill>
              </a:defRPr>
            </a:pPr>
            <a:r>
              <a:t>QUALCOMM SNAPDRAGON AI LAB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 &amp; Project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9448495" cy="420624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🏥 MEDISENSE EDGE</a:t>
            </a:r>
          </a:p>
          <a:p>
            <a:pPr algn="ctr">
              <a:defRPr sz="1600" i="1">
                <a:solidFill>
                  <a:srgbClr val="00A693"/>
                </a:solidFill>
              </a:defRPr>
            </a:pPr>
            <a:r>
              <a:t>"Where patient privacy is guaranteed by hardware, not policy."</a:t>
            </a:r>
            <a:br/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Qualcomm Hexagon NPU (45 TOPS): Sub-15ms local inference at 1.4W power.</a:t>
            </a:r>
            <a:br/>
            <a:r>
              <a:t>• 0 KB Cloud Data Egress: Complete air-gapped HIPAA/GDPR sovereignty.</a:t>
            </a:r>
            <a:br/>
            <a:r>
              <a:t>• Full Multimodal Suite: Speech-to-Text, Phi-3.5 differential diagnosis, Vision Grad-CAM, and BioBERT.</a:t>
            </a:r>
            <a:br/>
            <a:r>
              <a:t>• Production-Ready UI: Adaptive Light/Dark mode, mobile responsive drawer, and keyboard command palette.</a:t>
            </a:r>
            <a:br/>
            <a:br/>
          </a:p>
          <a:p>
            <a:pPr algn="ctr">
              <a:defRPr sz="1300" b="1">
                <a:solidFill>
                  <a:srgbClr val="3389E0"/>
                </a:solidFill>
              </a:defRPr>
            </a:pPr>
            <a:r>
              <a:t>🔗 GitHub Repository:  https://github.com/at84004630-del/medisense-edge</a:t>
            </a:r>
            <a:br/>
            <a:r>
              <a:t>⚡ Target Hardware: Snapdragon X Elite / Snapdragon X Plus (HP PC Ecosystem)</a:t>
            </a:r>
            <a:br/>
            <a:r>
              <a:t>👤 Developer: Abhinav Tripathi  |  License: MIT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